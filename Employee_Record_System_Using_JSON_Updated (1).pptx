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Record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Python-based CRUD Application using JSON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Console-based Employee Record System</a:t>
            </a:r>
          </a:p>
          <a:p>
            <a:r>
              <a:t>- Developed using Python</a:t>
            </a:r>
          </a:p>
          <a:p>
            <a:r>
              <a:t>- Uses JSON file for data storage</a:t>
            </a:r>
          </a:p>
          <a:p>
            <a:r>
              <a:t>- Supports basic CRUD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</a:t>
            </a:r>
          </a:p>
          <a:p>
            <a:r>
              <a:t>- JSON</a:t>
            </a:r>
          </a:p>
          <a:p>
            <a:r>
              <a:t>- File Handling</a:t>
            </a:r>
          </a:p>
          <a:p>
            <a:r>
              <a:t>- 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new employee records</a:t>
            </a:r>
          </a:p>
          <a:p>
            <a:r>
              <a:t>- View all employees</a:t>
            </a:r>
          </a:p>
          <a:p>
            <a:r>
              <a:t>- Update existing employee details</a:t>
            </a:r>
          </a:p>
          <a:p>
            <a:r>
              <a:t>- Delete employee records</a:t>
            </a:r>
          </a:p>
          <a:p>
            <a:r>
              <a:t>- Persistent data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data from JSON file</a:t>
            </a:r>
          </a:p>
          <a:p>
            <a:r>
              <a:t>2. Display menu</a:t>
            </a:r>
          </a:p>
          <a:p>
            <a:r>
              <a:t>3. Perform CRUD operation</a:t>
            </a:r>
          </a:p>
          <a:p>
            <a:r>
              <a:t>4. Save updated data</a:t>
            </a:r>
          </a:p>
          <a:p>
            <a:r>
              <a:t>5. Exit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Add: Insert new employee data</a:t>
            </a:r>
          </a:p>
          <a:p>
            <a:r>
              <a:t>- Read: View stored employee records</a:t>
            </a:r>
          </a:p>
          <a:p>
            <a:r>
              <a:t>- Update: Modify existing employee details</a:t>
            </a:r>
          </a:p>
          <a:p>
            <a:r>
              <a:t>- Delete: Remove employee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Simple and easy to understand</a:t>
            </a:r>
          </a:p>
          <a:p>
            <a:r>
              <a:t>- Lightweight storage using JSON</a:t>
            </a:r>
          </a:p>
          <a:p>
            <a:r>
              <a:t>- No database dependency</a:t>
            </a:r>
          </a:p>
          <a:p>
            <a:r>
              <a:t>- Ideal for small-scale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Console-based interface</a:t>
            </a:r>
          </a:p>
          <a:p>
            <a:r>
              <a:t>- Not suitable for large datasets</a:t>
            </a:r>
          </a:p>
          <a:p>
            <a:r>
              <a:t>- No user authentication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This project effectively demonstrates CRUD operations using Python and JSON</a:t>
            </a:r>
          </a:p>
          <a:p>
            <a:r>
              <a:t>- It applies core programming concepts such as functions, loops, and file handling</a:t>
            </a:r>
          </a:p>
          <a:p>
            <a:r>
              <a:t>- The system ensures data persistence without relying on a database</a:t>
            </a:r>
          </a:p>
          <a:p>
            <a:r>
              <a:t>- It serves as a strong foundation for extending into GUI or database-based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